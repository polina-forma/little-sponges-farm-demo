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☀️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Spanish Tutor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Adventure Unit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🌻 Little Sponges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🐄  🐷  🐔  🐴  🐑  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3474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</a:rPr>
              <a:t>Current Gap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Students watch videos and play games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No real-time conversational practice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Limited pronunciation feedback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Teachers can't provide 1-on-1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91440" cy="347472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A27"/>
                </a:solidFill>
              </a:rPr>
              <a:t>AI Tutor Solution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Real voice conversations in Spanish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Instant, patient, always available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Gentle pronunciation modeling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2A"/>
                </a:solidFill>
              </a:rPr>
              <a:t>Scales to every student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👀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27"/>
                </a:solidFill>
              </a:rPr>
              <a:t>See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8"/>
                </a:solidFill>
              </a:rPr>
              <a:t>Student sees farm scene with animals, colors, numbers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731520" cy="731520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🎤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27"/>
                </a:solidFill>
              </a:rPr>
              <a:t>Speak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8"/>
                </a:solidFill>
              </a:rPr>
              <a:t>Student speaks in Spanish (or English) via microphone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463040"/>
            <a:ext cx="731520" cy="731520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27"/>
                </a:solidFill>
              </a:rPr>
              <a:t>Learn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8"/>
                </a:solidFill>
              </a:rPr>
              <a:t>AI tutor responds with encouragement and next question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A825"/>
                </a:solidFill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A825"/>
                </a:solidFill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🌻 Farm Adventure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663440" cy="1645920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🐄  🐷  🐔  🐴  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68"/>
                </a:solidFill>
              </a:rPr>
              <a:t>Interactive Farm Scene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466344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68"/>
                </a:solidFill>
              </a:rPr>
              <a:t>💬 Conversation appears here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097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 Scene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3898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Animated farm with clickable animals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 Input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121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One-tap recording for kids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Chat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8529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AI at ACTFL Novice Low level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Celebrations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584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Animated rewards for answers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Vocab Helper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315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</a:rPr>
              <a:t>Animals, colors, numbers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Conversation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70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A27"/>
                </a:solidFill>
              </a:rPr>
              <a:t>🎓 Tutor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A"/>
                </a:solidFill>
              </a:rPr>
              <a:t>¡Hola, amigo! Welcome to the farm! 🐄 ¿Qué animales ves?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874520"/>
            <a:ext cx="45720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947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</a:rPr>
              <a:t>👧 Student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21671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A"/>
                </a:solidFill>
              </a:rPr>
              <a:t>Um... vaca?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0292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24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A27"/>
                </a:solidFill>
              </a:rPr>
              <a:t>🎓 Tutor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A"/>
                </a:solidFill>
              </a:rPr>
              <a:t>¡Muy bien! 🌟 La VA-ca! The cow! ¿De qué color 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3429000"/>
            <a:ext cx="45720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3502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</a:rPr>
              <a:t>👧 Student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3721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A"/>
                </a:solidFill>
              </a:rPr>
              <a:t>Brown... marrón?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0292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A27"/>
                </a:solidFill>
              </a:rPr>
              <a:t>🎓 Tutor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498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2A"/>
                </a:solidFill>
              </a:rPr>
              <a:t>¡Excelente! La vaca es marrón! 🤎 You're doing amazing!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8"/>
                </a:solidFill>
              </a:rPr>
              <a:t>Note: Tutor always provides English support and celebrates every attempt!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4114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React + Tailwind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Voice Recording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Animated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280160"/>
            <a:ext cx="256032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Voice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Whisper (STT)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ElevenLabs (TTS)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Spanish optimized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2801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280160"/>
            <a:ext cx="2560320" cy="4114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307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Conversation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Claude 3.5 Sonnet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Tutor persona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2A"/>
                </a:solidFill>
              </a:rPr>
              <a:t>ACTFL-aligned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A825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A825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A"/>
                </a:solidFill>
              </a:rPr>
              <a:t>🌐 Hosting: Vercel (free tier)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2A"/>
                </a:solidFill>
              </a:rPr>
              <a:t>💰 Est. Cost: $30-60/month at moderate usage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68"/>
                </a:solidFill>
              </a:rPr>
              <a:t>Serverless functions keep API keys secure • Browser-based demo works with zero setup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A825"/>
                </a:solidFill>
              </a:rPr>
              <a:t>Try it now — no API keys needed!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27"/>
                </a:solidFill>
              </a:rPr>
              <a:t>Demo Mode Features: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2A"/>
                </a:solidFill>
              </a:rPr>
              <a:t>Pre-scripted 5-step conversation flow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2A"/>
                </a:solidFill>
              </a:rPr>
              <a:t>Browser's built-in text-to-speech (no API)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2A"/>
                </a:solidFill>
              </a:rPr>
              <a:t>Click buttons to simulate child responses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2A"/>
                </a:solidFill>
              </a:rPr>
              <a:t>Full UI experience with animations &amp; celebrations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2A"/>
                </a:solidFill>
              </a:rPr>
              <a:t>Vocabulary helper included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C51"/>
                </a:solidFill>
              </a:rPr>
              <a:t>Perfect for stakeholder demos and testing!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2A"/>
                </a:solidFill>
              </a:rPr>
              <a:t>Review &amp; 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Run demo mode locally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Gather feedback on UX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Refine tutor responses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651760" cy="457200"/>
          </a:xfrm>
          <a:prstGeom prst="rect">
            <a:avLst/>
          </a:prstGeom>
          <a:solidFill>
            <a:srgbClr val="5B8C5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2A"/>
                </a:solidFill>
              </a:rPr>
              <a:t>Connect APIs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Set up Whisper + Claude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Configure ElevenLabs voice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Deploy to Vercel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188720"/>
            <a:ext cx="2651760" cy="4572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2A"/>
                </a:solidFill>
              </a:rPr>
              <a:t>Integration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Connect to Little Sponges auth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Add progress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B7B68"/>
                </a:solidFill>
              </a:rPr>
              <a:t>Expand to other units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A825"/>
                </a:solidFill>
              </a:rPr>
              <a:t>Let's discuss the demo!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🐄  🐷  🐔  🐴  🐑  🦆  🐱  🐕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Little Sponges - Interactive Spanish Tutor</dc:title>
  <dc:subject>PptxGenJS Presentation</dc:subject>
  <dc:creator>Polina</dc:creator>
  <cp:lastModifiedBy>Polina</cp:lastModifiedBy>
  <cp:revision>1</cp:revision>
  <dcterms:created xsi:type="dcterms:W3CDTF">2026-02-05T16:42:28Z</dcterms:created>
  <dcterms:modified xsi:type="dcterms:W3CDTF">2026-02-05T16:42:28Z</dcterms:modified>
</cp:coreProperties>
</file>